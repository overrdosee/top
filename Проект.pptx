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4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4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9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1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0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7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057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54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5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77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8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855D9-338E-C282-0CB4-4D8AC034F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3560" y="600456"/>
            <a:ext cx="6181344" cy="2286000"/>
          </a:xfrm>
        </p:spPr>
        <p:txBody>
          <a:bodyPr>
            <a:normAutofit fontScale="90000"/>
          </a:bodyPr>
          <a:lstStyle/>
          <a:p>
            <a:pPr algn="l"/>
            <a:r>
              <a:rPr lang="ru-RU" sz="4400" dirty="0"/>
              <a:t>Курсовая работа по теме</a:t>
            </a:r>
            <a:r>
              <a:rPr lang="en-US" sz="4400" dirty="0"/>
              <a:t>:</a:t>
            </a:r>
            <a:br>
              <a:rPr lang="en-US" sz="4400" dirty="0"/>
            </a:br>
            <a:r>
              <a:rPr lang="ru-RU" sz="4400" b="1" dirty="0"/>
              <a:t>Клавиатурный шпион с отправкой данных по сети на сервер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79CEEB-44A7-6E32-3EF4-AA09F0715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2904" y="3348220"/>
            <a:ext cx="4572000" cy="1524000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Подготовили</a:t>
            </a:r>
            <a:r>
              <a:rPr lang="en-US" dirty="0"/>
              <a:t>: </a:t>
            </a:r>
            <a:r>
              <a:rPr lang="ru-RU" dirty="0"/>
              <a:t>студенты группы ПЗ12 </a:t>
            </a:r>
            <a:r>
              <a:rPr lang="ru-RU" dirty="0" err="1"/>
              <a:t>Зиняков</a:t>
            </a:r>
            <a:r>
              <a:rPr lang="ru-RU" dirty="0"/>
              <a:t> Никита и </a:t>
            </a:r>
            <a:r>
              <a:rPr lang="ru-RU" dirty="0" err="1"/>
              <a:t>Муллаяров</a:t>
            </a:r>
            <a:r>
              <a:rPr lang="ru-RU" dirty="0"/>
              <a:t> Кирилл</a:t>
            </a:r>
          </a:p>
        </p:txBody>
      </p:sp>
      <p:pic>
        <p:nvPicPr>
          <p:cNvPr id="31" name="Picture 3" descr="Изображение выглядит как рисунок, диаграмм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3FA937-D198-E1D2-C028-F37559F51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31"/>
          <a:stretch>
            <a:fillRect/>
          </a:stretch>
        </p:blipFill>
        <p:spPr>
          <a:xfrm>
            <a:off x="-8" y="762006"/>
            <a:ext cx="5948805" cy="6095979"/>
          </a:xfrm>
          <a:custGeom>
            <a:avLst/>
            <a:gdLst/>
            <a:ahLst/>
            <a:cxnLst/>
            <a:rect l="l" t="t" r="r" b="b"/>
            <a:pathLst>
              <a:path w="5948805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8" y="4393559"/>
                  <a:pt x="5890546" y="5142244"/>
                  <a:pt x="5937022" y="5865869"/>
                </a:cubicBezTo>
                <a:lnTo>
                  <a:pt x="5948805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</p:spPr>
      </p:pic>
      <p:sp>
        <p:nvSpPr>
          <p:cNvPr id="32" name="Freeform: Shape 10">
            <a:extLst>
              <a:ext uri="{FF2B5EF4-FFF2-40B4-BE49-F238E27FC236}">
                <a16:creationId xmlns:a16="http://schemas.microsoft.com/office/drawing/2014/main" id="{F47DB6CD-8E9E-4643-B3B6-01BD80429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505411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63F86-51EC-330F-C7E9-88FE57CCD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467868"/>
            <a:ext cx="10668000" cy="935736"/>
          </a:xfrm>
        </p:spPr>
        <p:txBody>
          <a:bodyPr/>
          <a:lstStyle/>
          <a:p>
            <a:r>
              <a:rPr lang="ru-RU" b="1" dirty="0"/>
              <a:t>Содержание</a:t>
            </a:r>
            <a:r>
              <a:rPr lang="en-US" b="1" dirty="0"/>
              <a:t>:</a:t>
            </a: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65FD80-B438-DC3F-2064-F46E14563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804416"/>
            <a:ext cx="10668000" cy="46512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Цель и задачи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Актуальность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Выбор языка для разработки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Архитектура проекта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Демонстрация работы кода (программы)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99137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00799-3110-D580-2BF9-742ADA85D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472440"/>
            <a:ext cx="10668000" cy="981456"/>
          </a:xfrm>
        </p:spPr>
        <p:txBody>
          <a:bodyPr/>
          <a:lstStyle/>
          <a:p>
            <a:r>
              <a:rPr lang="ru-RU" b="1" dirty="0"/>
              <a:t>Цель и задачи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F51104-E6B2-1A06-6C60-39B9DA756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905000"/>
            <a:ext cx="10668000" cy="4672584"/>
          </a:xfrm>
        </p:spPr>
        <p:txBody>
          <a:bodyPr/>
          <a:lstStyle/>
          <a:p>
            <a:r>
              <a:rPr lang="ru-RU" dirty="0"/>
              <a:t>Цель – разработать клиент-серверное приложение для мониторинга клавиатурного ввода.</a:t>
            </a:r>
          </a:p>
          <a:p>
            <a:r>
              <a:rPr lang="ru-RU" dirty="0"/>
              <a:t>Задачи:</a:t>
            </a:r>
          </a:p>
          <a:p>
            <a:pPr marL="514350" indent="-514350">
              <a:buAutoNum type="arabicPeriod"/>
            </a:pPr>
            <a:r>
              <a:rPr lang="ru-RU" dirty="0"/>
              <a:t>Изучить сетевые протоколы</a:t>
            </a:r>
          </a:p>
          <a:p>
            <a:pPr marL="514350" indent="-514350">
              <a:buAutoNum type="arabicPeriod"/>
            </a:pPr>
            <a:r>
              <a:rPr lang="ru-RU" dirty="0"/>
              <a:t>Создать архитектуру</a:t>
            </a:r>
          </a:p>
          <a:p>
            <a:pPr marL="514350" indent="-514350">
              <a:buAutoNum type="arabicPeriod"/>
            </a:pPr>
            <a:r>
              <a:rPr lang="ru-RU" dirty="0"/>
              <a:t>Реализовать буферизацию</a:t>
            </a:r>
          </a:p>
          <a:p>
            <a:pPr marL="514350" indent="-514350">
              <a:buAutoNum type="arabicPeriod"/>
            </a:pPr>
            <a:r>
              <a:rPr lang="ru-RU" dirty="0"/>
              <a:t>Сделать автопоиск сервера по локальной сети</a:t>
            </a:r>
          </a:p>
          <a:p>
            <a:pPr marL="514350" indent="-514350">
              <a:buAutoNum type="arabicPeriod"/>
            </a:pPr>
            <a:r>
              <a:rPr lang="ru-RU" dirty="0"/>
              <a:t>Протестировать работу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16891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90D43-7ED6-1AAA-0F51-08EBDA1D7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27304"/>
            <a:ext cx="10668000" cy="1036320"/>
          </a:xfrm>
        </p:spPr>
        <p:txBody>
          <a:bodyPr/>
          <a:lstStyle/>
          <a:p>
            <a:r>
              <a:rPr lang="ru-RU" b="1" dirty="0"/>
              <a:t>Актуальность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8BA788-1A66-A7D0-7245-E01B774B8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075688"/>
            <a:ext cx="10668000" cy="4352543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dirty="0"/>
              <a:t>Использование программы в корыстных целях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dirty="0"/>
              <a:t>Использование программы в корпоративных целях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Практическая польза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620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659FA-5B95-4F10-2432-4DFBD7D69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627888"/>
            <a:ext cx="10668000" cy="100888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Выбор языка для разработки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569994-11EC-31A2-D881-41050E96E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" y="2039110"/>
            <a:ext cx="10668000" cy="4425697"/>
          </a:xfrm>
        </p:spPr>
        <p:txBody>
          <a:bodyPr/>
          <a:lstStyle/>
          <a:p>
            <a:r>
              <a:rPr lang="ru-RU" dirty="0"/>
              <a:t>Будем использовать язык </a:t>
            </a:r>
            <a:r>
              <a:rPr lang="en-US" dirty="0"/>
              <a:t>C# (</a:t>
            </a:r>
            <a:r>
              <a:rPr lang="ru-RU" dirty="0"/>
              <a:t>си-</a:t>
            </a:r>
            <a:r>
              <a:rPr lang="ru-RU" dirty="0" err="1"/>
              <a:t>шарп</a:t>
            </a:r>
            <a:r>
              <a:rPr lang="ru-RU" dirty="0"/>
              <a:t>), в качестве инструмента выступает </a:t>
            </a:r>
            <a:r>
              <a:rPr lang="en-US" dirty="0"/>
              <a:t>Microsoft Visual Studio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28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35EBA-0C01-468E-07D7-D4D800F17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880"/>
            <a:ext cx="10668000" cy="990600"/>
          </a:xfrm>
        </p:spPr>
        <p:txBody>
          <a:bodyPr/>
          <a:lstStyle/>
          <a:p>
            <a:r>
              <a:rPr lang="ru-RU" b="1" dirty="0"/>
              <a:t>Архитектура проекта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E9C345-FC87-FF7A-B497-3B271A216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905000"/>
            <a:ext cx="10668000" cy="454152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Клиент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Установка на ПК пользователя и добавление в автозагрузку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Поиск компьютера (сервера)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Перехват нажатых клавиш с клавиатуры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Буферизация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Отправка полученных данных на сервер</a:t>
            </a:r>
          </a:p>
        </p:txBody>
      </p:sp>
    </p:spTree>
    <p:extLst>
      <p:ext uri="{BB962C8B-B14F-4D97-AF65-F5344CB8AC3E}">
        <p14:creationId xmlns:p14="http://schemas.microsoft.com/office/powerpoint/2010/main" val="2072645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B7148-998E-BD97-4239-A5E00931E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445008"/>
            <a:ext cx="10668000" cy="1118616"/>
          </a:xfrm>
        </p:spPr>
        <p:txBody>
          <a:bodyPr>
            <a:normAutofit/>
          </a:bodyPr>
          <a:lstStyle/>
          <a:p>
            <a:r>
              <a:rPr lang="ru-RU" b="1" dirty="0"/>
              <a:t>Архитектура проекта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85870C-DCE1-10AB-E8F1-67733A38B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938528"/>
            <a:ext cx="10668000" cy="456285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Сервер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Запуск на ПК сервера и добавление в автозагрузку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Прослушивание порта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Одновременная работа с несколькими клиентами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Сохранение логов в файлы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Приём файлов со стороны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321643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3F31C-22DD-194C-98CF-6E2D8DE0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05968"/>
            <a:ext cx="10668000" cy="1524000"/>
          </a:xfrm>
        </p:spPr>
        <p:txBody>
          <a:bodyPr>
            <a:normAutofit/>
          </a:bodyPr>
          <a:lstStyle/>
          <a:p>
            <a:r>
              <a:rPr lang="ru-RU" sz="4000" b="1" dirty="0"/>
              <a:t>Демонстрация работы кода (программы)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D56FEE-ACB2-F7F3-0223-C793A768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94560"/>
            <a:ext cx="10668000" cy="4279392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381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355A2-4316-B4C9-354D-B9FED071D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495300"/>
            <a:ext cx="10668000" cy="990600"/>
          </a:xfrm>
        </p:spPr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ECDBAE-C276-E355-58AB-390B2B88E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783078"/>
            <a:ext cx="10668000" cy="470001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201998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DEDEDE"/>
      </a:dk1>
      <a:lt1>
        <a:sysClr val="window" lastClr="191919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168</Words>
  <Application>Microsoft Office PowerPoint</Application>
  <PresentationFormat>Широкоэкранный</PresentationFormat>
  <Paragraphs>39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Avenir Next LT Pro Light</vt:lpstr>
      <vt:lpstr>Sitka Subheading</vt:lpstr>
      <vt:lpstr>Wingdings</vt:lpstr>
      <vt:lpstr>PebbleVTI</vt:lpstr>
      <vt:lpstr>Курсовая работа по теме: Клавиатурный шпион с отправкой данных по сети на сервер</vt:lpstr>
      <vt:lpstr>Содержание:</vt:lpstr>
      <vt:lpstr>Цель и задачи</vt:lpstr>
      <vt:lpstr>Актуальность</vt:lpstr>
      <vt:lpstr>Выбор языка для разработки</vt:lpstr>
      <vt:lpstr>Архитектура проекта</vt:lpstr>
      <vt:lpstr>Архитектура проекта</vt:lpstr>
      <vt:lpstr>Демонстрация работы кода (программы)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</cp:revision>
  <dcterms:created xsi:type="dcterms:W3CDTF">2026-02-28T11:51:13Z</dcterms:created>
  <dcterms:modified xsi:type="dcterms:W3CDTF">2026-02-28T12:13:41Z</dcterms:modified>
</cp:coreProperties>
</file>